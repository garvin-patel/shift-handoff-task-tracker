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Hand-off line from teammate. "I built the frontend. Instead of describing it, let me show you the app running."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now and do the live demo. Log in as arjun / 1234, open Room 312, create "Freezer temperature alarm" (High, Kitchen), go to Handoff, click End Shift, then click acknowledge. Come back to the slides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 slide. If the browser or Wi-Fi fails, walk through these screenshots in the same order as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here, since the rubric rewards it. The screens and the workflow are done. The data currently comes from a mock API that follows the same REST contract, so switching to the real backend is one setting (VITE_API_URL). That integration is our Nov 9–15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Demonstration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4747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frontend: React + TypeScript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Arjun Lekhak</a:t>
            </a:r>
            <a:endParaRPr lang="en-US" sz="1800" dirty="0"/>
          </a:p>
        </p:txBody>
      </p:sp>
      <p:pic>
        <p:nvPicPr>
          <p:cNvPr id="5" name="Image 0" descr="shots/2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463040"/>
            <a:ext cx="4754880" cy="282549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LIVE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path: Room 312, end to 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920240"/>
            <a:ext cx="548640" cy="548640"/>
          </a:xfrm>
          <a:prstGeom prst="ellipse">
            <a:avLst/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or supervisor account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41448" y="173736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1920240"/>
            <a:ext cx="548640" cy="548640"/>
          </a:xfrm>
          <a:prstGeom prst="ellipse">
            <a:avLst/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3580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78608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78608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In Progress / Completed counts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34256" y="173736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28616" y="1920240"/>
            <a:ext cx="548640" cy="548640"/>
          </a:xfrm>
          <a:prstGeom prst="ellipse">
            <a:avLst/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2861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71416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471416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priority, owner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27064" y="173736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21424" y="1920240"/>
            <a:ext cx="548640" cy="548640"/>
          </a:xfrm>
          <a:prstGeom prst="ellipse">
            <a:avLst/>
          </a:prstGeom>
          <a:solidFill>
            <a:srgbClr val="12202F"/>
          </a:solidFill>
          <a:ln w="12700">
            <a:solidFill>
              <a:srgbClr val="122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2142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364224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364224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records every change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19872" y="173736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14232" y="192024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1423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257032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shift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257032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Unfinished tasks carry forward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012680" y="1737360"/>
            <a:ext cx="1737360" cy="2103120"/>
          </a:xfrm>
          <a:prstGeom prst="roundRect">
            <a:avLst>
              <a:gd name="adj" fmla="val 526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607040" y="1920240"/>
            <a:ext cx="548640" cy="548640"/>
          </a:xfrm>
          <a:prstGeom prst="ellipse">
            <a:avLst/>
          </a:prstGeom>
          <a:solidFill>
            <a:srgbClr val="E8963C"/>
          </a:solidFill>
          <a:ln w="12700">
            <a:solidFill>
              <a:srgbClr val="E896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070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shift confirms the handoff</a:t>
            </a:r>
            <a:endParaRPr lang="en-US" sz="1300" dirty="0"/>
          </a:p>
        </p:txBody>
      </p:sp>
      <p:pic>
        <p:nvPicPr>
          <p:cNvPr id="34" name="Image 0" descr="shots/4-hand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0"/>
            <a:ext cx="3931920" cy="216850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35" name="Text 32"/>
          <p:cNvSpPr txBox="1"/>
          <p:nvPr/>
        </p:nvSpPr>
        <p:spPr>
          <a:xfrm>
            <a:off x="4846320" y="4389120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5–6 are the core of the project. </a:t>
            </a:r>
            <a:pPr indent="0" marL="0">
              <a:buNone/>
            </a:pPr>
            <a:r>
              <a:rPr lang="en-US" sz="16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the shift moves every unfinished task into a handoff automatically. Nobody re-types anything, and the incoming shift has to acknowledge it.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LIVE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built so far</a:t>
            </a:r>
            <a:endParaRPr lang="en-US" sz="3400" dirty="0"/>
          </a:p>
        </p:txBody>
      </p:sp>
      <p:pic>
        <p:nvPicPr>
          <p:cNvPr id="4" name="Image 0" descr="shots/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474720" cy="20665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48640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pic>
        <p:nvPicPr>
          <p:cNvPr id="6" name="Image 1" descr="shots/3-cre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645920"/>
            <a:ext cx="3474720" cy="20665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297680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</a:t>
            </a:r>
            <a:endParaRPr lang="en-US" sz="1200" dirty="0"/>
          </a:p>
        </p:txBody>
      </p:sp>
      <p:pic>
        <p:nvPicPr>
          <p:cNvPr id="8" name="Image 2" descr="shots/5-det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45920"/>
            <a:ext cx="3474720" cy="20665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8046720" y="3803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detail + history</a:t>
            </a:r>
            <a:endParaRPr lang="en-US" sz="1200" dirty="0"/>
          </a:p>
        </p:txBody>
      </p:sp>
      <p:pic>
        <p:nvPicPr>
          <p:cNvPr id="10" name="Image 3" descr="shots/4-hando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06240"/>
            <a:ext cx="2606040" cy="1693926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32918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handoff</a:t>
            </a:r>
            <a:endParaRPr lang="en-US" sz="1200" dirty="0"/>
          </a:p>
        </p:txBody>
      </p:sp>
      <p:pic>
        <p:nvPicPr>
          <p:cNvPr id="12" name="Image 4" descr="shots/6-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114800"/>
            <a:ext cx="1069848" cy="2084832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68580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view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8503920" y="4572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if the live demo fails: these are real screenshots of the running app.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LIVE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 now, and what is not done yet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with error handling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counts, filter, search, priority sort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 and update tasks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history (who, what, when)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shift → carry forward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handoff + history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and mobile layout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mock API in the browser, not the real database yet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uses demo accounts, not real authentication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shown but not enforced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566160" cy="4480560"/>
          </a:xfrm>
          <a:prstGeom prst="roundRect">
            <a:avLst>
              <a:gd name="adj" fmla="val 2564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828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3774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FastAPI endpoints (Sadbhab)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PostgreSQL + auth (Garvin)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3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2026-10-29T15:52:07Z</dcterms:created>
  <dcterms:modified xsi:type="dcterms:W3CDTF">2026-10-29T15:52:07Z</dcterms:modified>
</cp:coreProperties>
</file>